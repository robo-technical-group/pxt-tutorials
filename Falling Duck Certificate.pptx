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4"/>
  </p:sldMasterIdLst>
  <p:notesMasterIdLst>
    <p:notesMasterId r:id="rId6"/>
  </p:notesMasterIdLst>
  <p:sldIdLst>
    <p:sldId id="261" r:id="rId5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41BFB1F-23FC-9F36-30FA-DECD51CA641E}" name="Kaila Orsucci (TEKsystems, Inc.)" initials="KO(I" userId="S::v-korsucci@microsoft.com::e7aad994-0403-45c0-b7c8-0c969e213a38" providerId="AD"/>
  <p188:author id="{84FB8148-9464-6C57-92E8-788B128E693E}" name="Kirsten Ballweg" initials="KB" userId="S::kirstenb@microsoft.com::c47a99fc-9286-469c-b169-05c5a33df54a" providerId="AD"/>
  <p188:author id="{AB21A47C-7B25-CB16-8A25-0972AEFBA567}" name="Shawna Swanson" initials="SS" userId="S::shswanson@microsoft.com::586bed90-38fb-452d-bd30-6c7e2f92742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DD4"/>
    <a:srgbClr val="F1F1F1"/>
    <a:srgbClr val="DFD8CA"/>
    <a:srgbClr val="FFFFFF"/>
    <a:srgbClr val="B48F85"/>
    <a:srgbClr val="FFFBF5"/>
    <a:srgbClr val="F8F8F8"/>
    <a:srgbClr val="B17558"/>
    <a:srgbClr val="4C3438"/>
    <a:srgbClr val="FFFB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ABCF4C-4F4D-697B-E6F3-213223554835}" v="205" dt="2024-05-08T18:09:00.7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73"/>
  </p:normalViewPr>
  <p:slideViewPr>
    <p:cSldViewPr snapToGrid="0" snapToObjects="1">
      <p:cViewPr varScale="1">
        <p:scale>
          <a:sx n="53" d="100"/>
          <a:sy n="53" d="100"/>
        </p:scale>
        <p:origin x="191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BAE0A3-FC72-C943-8915-67B78CCBD2EB}" type="datetimeFigureOut">
              <a:rPr lang="en-US" smtClean="0"/>
              <a:t>06-Dec-25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EF4D5-177F-4345-931A-46460CD21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493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">
    <p:bg>
      <p:bgPr>
        <a:solidFill>
          <a:srgbClr val="FBED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{image_background}">
            <a:extLst>
              <a:ext uri="{FF2B5EF4-FFF2-40B4-BE49-F238E27FC236}">
                <a16:creationId xmlns:a16="http://schemas.microsoft.com/office/drawing/2014/main" id="{2E30746A-B339-6DED-0EA9-3C4424AB94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1" y="2"/>
            <a:ext cx="9563098" cy="777239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9A0724D-7196-9C27-83B9-91D9ED78E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2723" y="2608610"/>
            <a:ext cx="6334126" cy="20655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3F2FCA71-2EC4-F2C9-DE3A-19C3679ED14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52724" y="979836"/>
            <a:ext cx="6334125" cy="95117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2400" b="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CFC6519F-B151-4BBD-13BB-F3F6ECB6BE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2724" y="2026260"/>
            <a:ext cx="6334125" cy="47624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spcBef>
                <a:spcPts val="0"/>
              </a:spcBef>
              <a:defRPr sz="1400" b="0" cap="none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326CE5A4-06BC-BA6B-C944-17455B2A6F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2724" y="4780310"/>
            <a:ext cx="6334125" cy="9442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spcBef>
                <a:spcPts val="0"/>
              </a:spcBef>
              <a:defRPr sz="1400" b="0" cap="none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28BE733E-2317-1372-76BA-C8805E6836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52723" y="6263493"/>
            <a:ext cx="2771775" cy="3809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spcBef>
                <a:spcPts val="0"/>
              </a:spcBef>
              <a:defRPr sz="2700" b="0" cap="none" baseline="0">
                <a:latin typeface="Freestyle Script" panose="030804020302050B0404" pitchFamily="66" charset="77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64D3CB79-E49E-4CA9-76AB-CE4B38A52D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52724" y="6673186"/>
            <a:ext cx="2771775" cy="38099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spcBef>
                <a:spcPts val="0"/>
              </a:spcBef>
              <a:defRPr sz="1050" b="0" cap="none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7E458497-74C1-4C02-4C62-ECFB7DF5B7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15074" y="6263491"/>
            <a:ext cx="2771775" cy="381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spcBef>
                <a:spcPts val="0"/>
              </a:spcBef>
              <a:defRPr sz="1400" b="0" cap="none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EF738BA-F018-D2E0-77EF-ED68E4A870AB}"/>
              </a:ext>
            </a:extLst>
          </p:cNvPr>
          <p:cNvCxnSpPr>
            <a:cxnSpLocks/>
          </p:cNvCxnSpPr>
          <p:nvPr userDrawn="1"/>
        </p:nvCxnSpPr>
        <p:spPr>
          <a:xfrm>
            <a:off x="6315072" y="6661855"/>
            <a:ext cx="277177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064772C2-73D2-7795-697F-978A3310E2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5074" y="6673186"/>
            <a:ext cx="2771776" cy="38232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spcBef>
                <a:spcPts val="0"/>
              </a:spcBef>
              <a:defRPr sz="1050" b="0" cap="none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2670954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7231" y="547690"/>
            <a:ext cx="8872538" cy="198834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7B77A3-93A5-D7BE-6FDA-22A8EA70F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149" y="2641599"/>
            <a:ext cx="8887619" cy="4359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232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ctr" defTabSz="1028700" rtl="0" eaLnBrk="1" latinLnBrk="0" hangingPunct="1">
        <a:lnSpc>
          <a:spcPct val="85000"/>
        </a:lnSpc>
        <a:spcBef>
          <a:spcPct val="0"/>
        </a:spcBef>
        <a:buNone/>
        <a:defRPr sz="6000" b="0" i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ctr" defTabSz="1028700" rtl="0" eaLnBrk="1" latinLnBrk="0" hangingPunct="1">
        <a:lnSpc>
          <a:spcPct val="103000"/>
        </a:lnSpc>
        <a:spcBef>
          <a:spcPts val="1125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0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0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indent="0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0" pos="3168" userDrawn="1">
          <p15:clr>
            <a:srgbClr val="A4A3A4"/>
          </p15:clr>
        </p15:guide>
        <p15:guide id="51" orient="horz" pos="2448" userDrawn="1">
          <p15:clr>
            <a:srgbClr val="A4A3A4"/>
          </p15:clr>
        </p15:guide>
        <p15:guide id="52" pos="240" userDrawn="1">
          <p15:clr>
            <a:srgbClr val="F26B43"/>
          </p15:clr>
        </p15:guide>
        <p15:guide id="53" pos="493" userDrawn="1">
          <p15:clr>
            <a:srgbClr val="F26B43"/>
          </p15:clr>
        </p15:guide>
        <p15:guide id="54" pos="613" userDrawn="1">
          <p15:clr>
            <a:srgbClr val="F26B43"/>
          </p15:clr>
        </p15:guide>
        <p15:guide id="55" pos="867" userDrawn="1">
          <p15:clr>
            <a:srgbClr val="F26B43"/>
          </p15:clr>
        </p15:guide>
        <p15:guide id="56" pos="987" userDrawn="1">
          <p15:clr>
            <a:srgbClr val="F26B43"/>
          </p15:clr>
        </p15:guide>
        <p15:guide id="57" pos="1241" userDrawn="1">
          <p15:clr>
            <a:srgbClr val="F26B43"/>
          </p15:clr>
        </p15:guide>
        <p15:guide id="58" pos="1361" userDrawn="1">
          <p15:clr>
            <a:srgbClr val="F26B43"/>
          </p15:clr>
        </p15:guide>
        <p15:guide id="59" pos="1614" userDrawn="1">
          <p15:clr>
            <a:srgbClr val="F26B43"/>
          </p15:clr>
        </p15:guide>
        <p15:guide id="60" pos="1734" userDrawn="1">
          <p15:clr>
            <a:srgbClr val="F26B43"/>
          </p15:clr>
        </p15:guide>
        <p15:guide id="61" pos="1987" userDrawn="1">
          <p15:clr>
            <a:srgbClr val="F26B43"/>
          </p15:clr>
        </p15:guide>
        <p15:guide id="62" pos="2107" userDrawn="1">
          <p15:clr>
            <a:srgbClr val="F26B43"/>
          </p15:clr>
        </p15:guide>
        <p15:guide id="63" pos="2361" userDrawn="1">
          <p15:clr>
            <a:srgbClr val="F26B43"/>
          </p15:clr>
        </p15:guide>
        <p15:guide id="64" pos="2481" userDrawn="1">
          <p15:clr>
            <a:srgbClr val="F26B43"/>
          </p15:clr>
        </p15:guide>
        <p15:guide id="65" pos="2735" userDrawn="1">
          <p15:clr>
            <a:srgbClr val="F26B43"/>
          </p15:clr>
        </p15:guide>
        <p15:guide id="66" pos="2855" userDrawn="1">
          <p15:clr>
            <a:srgbClr val="F26B43"/>
          </p15:clr>
        </p15:guide>
        <p15:guide id="67" pos="3108" userDrawn="1">
          <p15:clr>
            <a:srgbClr val="F26B43"/>
          </p15:clr>
        </p15:guide>
        <p15:guide id="68" pos="3228" userDrawn="1">
          <p15:clr>
            <a:srgbClr val="F26B43"/>
          </p15:clr>
        </p15:guide>
        <p15:guide id="69" pos="3481" userDrawn="1">
          <p15:clr>
            <a:srgbClr val="F26B43"/>
          </p15:clr>
        </p15:guide>
        <p15:guide id="70" pos="3601" userDrawn="1">
          <p15:clr>
            <a:srgbClr val="F26B43"/>
          </p15:clr>
        </p15:guide>
        <p15:guide id="71" pos="3855" userDrawn="1">
          <p15:clr>
            <a:srgbClr val="F26B43"/>
          </p15:clr>
        </p15:guide>
        <p15:guide id="72" pos="3975" userDrawn="1">
          <p15:clr>
            <a:srgbClr val="F26B43"/>
          </p15:clr>
        </p15:guide>
        <p15:guide id="73" pos="4229" userDrawn="1">
          <p15:clr>
            <a:srgbClr val="F26B43"/>
          </p15:clr>
        </p15:guide>
        <p15:guide id="74" pos="4349" userDrawn="1">
          <p15:clr>
            <a:srgbClr val="F26B43"/>
          </p15:clr>
        </p15:guide>
        <p15:guide id="75" pos="4602" userDrawn="1">
          <p15:clr>
            <a:srgbClr val="F26B43"/>
          </p15:clr>
        </p15:guide>
        <p15:guide id="76" pos="4722" userDrawn="1">
          <p15:clr>
            <a:srgbClr val="F26B43"/>
          </p15:clr>
        </p15:guide>
        <p15:guide id="77" pos="4975" userDrawn="1">
          <p15:clr>
            <a:srgbClr val="F26B43"/>
          </p15:clr>
        </p15:guide>
        <p15:guide id="78" pos="5095" userDrawn="1">
          <p15:clr>
            <a:srgbClr val="F26B43"/>
          </p15:clr>
        </p15:guide>
        <p15:guide id="79" pos="5349" userDrawn="1">
          <p15:clr>
            <a:srgbClr val="F26B43"/>
          </p15:clr>
        </p15:guide>
        <p15:guide id="80" pos="5469" userDrawn="1">
          <p15:clr>
            <a:srgbClr val="F26B43"/>
          </p15:clr>
        </p15:guide>
        <p15:guide id="81" pos="5723" userDrawn="1">
          <p15:clr>
            <a:srgbClr val="F26B43"/>
          </p15:clr>
        </p15:guide>
        <p15:guide id="82" pos="5843" userDrawn="1">
          <p15:clr>
            <a:srgbClr val="F26B43"/>
          </p15:clr>
        </p15:guide>
        <p15:guide id="83" pos="6096" userDrawn="1">
          <p15:clr>
            <a:srgbClr val="F26B43"/>
          </p15:clr>
        </p15:guide>
        <p15:guide id="84" orient="horz" pos="240" userDrawn="1">
          <p15:clr>
            <a:srgbClr val="F26B43"/>
          </p15:clr>
        </p15:guide>
        <p15:guide id="85" orient="horz" pos="687" userDrawn="1">
          <p15:clr>
            <a:srgbClr val="F26B43"/>
          </p15:clr>
        </p15:guide>
        <p15:guide id="86" orient="horz" pos="807" userDrawn="1">
          <p15:clr>
            <a:srgbClr val="F26B43"/>
          </p15:clr>
        </p15:guide>
        <p15:guide id="87" orient="horz" pos="1254" userDrawn="1">
          <p15:clr>
            <a:srgbClr val="F26B43"/>
          </p15:clr>
        </p15:guide>
        <p15:guide id="88" orient="horz" pos="1374" userDrawn="1">
          <p15:clr>
            <a:srgbClr val="F26B43"/>
          </p15:clr>
        </p15:guide>
        <p15:guide id="89" orient="horz" pos="1821" userDrawn="1">
          <p15:clr>
            <a:srgbClr val="F26B43"/>
          </p15:clr>
        </p15:guide>
        <p15:guide id="90" orient="horz" pos="1941" userDrawn="1">
          <p15:clr>
            <a:srgbClr val="F26B43"/>
          </p15:clr>
        </p15:guide>
        <p15:guide id="91" orient="horz" pos="2388" userDrawn="1">
          <p15:clr>
            <a:srgbClr val="F26B43"/>
          </p15:clr>
        </p15:guide>
        <p15:guide id="92" orient="horz" pos="2508" userDrawn="1">
          <p15:clr>
            <a:srgbClr val="F26B43"/>
          </p15:clr>
        </p15:guide>
        <p15:guide id="93" orient="horz" pos="2955" userDrawn="1">
          <p15:clr>
            <a:srgbClr val="F26B43"/>
          </p15:clr>
        </p15:guide>
        <p15:guide id="94" orient="horz" pos="3075" userDrawn="1">
          <p15:clr>
            <a:srgbClr val="F26B43"/>
          </p15:clr>
        </p15:guide>
        <p15:guide id="95" orient="horz" pos="3522" userDrawn="1">
          <p15:clr>
            <a:srgbClr val="F26B43"/>
          </p15:clr>
        </p15:guide>
        <p15:guide id="96" orient="horz" pos="3642" userDrawn="1">
          <p15:clr>
            <a:srgbClr val="F26B43"/>
          </p15:clr>
        </p15:guide>
        <p15:guide id="97" orient="horz" pos="4089" userDrawn="1">
          <p15:clr>
            <a:srgbClr val="F26B43"/>
          </p15:clr>
        </p15:guide>
        <p15:guide id="98" orient="horz" pos="4209" userDrawn="1">
          <p15:clr>
            <a:srgbClr val="F26B43"/>
          </p15:clr>
        </p15:guide>
        <p15:guide id="99" orient="horz" pos="46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06871-BCB9-3EEB-3EAE-9E912129B3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52723" y="1312668"/>
            <a:ext cx="6334125" cy="951174"/>
          </a:xfrm>
        </p:spPr>
        <p:txBody>
          <a:bodyPr/>
          <a:lstStyle/>
          <a:p>
            <a:r>
              <a:rPr lang="en-US" dirty="0"/>
              <a:t>Certificate of Completion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C80C3-852C-161C-879B-AF83858937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52724" y="2026260"/>
            <a:ext cx="6334125" cy="476249"/>
          </a:xfrm>
        </p:spPr>
        <p:txBody>
          <a:bodyPr/>
          <a:lstStyle/>
          <a:p>
            <a:r>
              <a:rPr lang="en-US" dirty="0"/>
              <a:t>This certificate is presented to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E29E1F-DDA8-B283-7FBC-7C79ADBC19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52724" y="4780310"/>
            <a:ext cx="6334125" cy="61465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for successfully completing the</a:t>
            </a:r>
          </a:p>
          <a:p>
            <a:r>
              <a:rPr lang="en-US" dirty="0" err="1"/>
              <a:t>MakeCode</a:t>
            </a:r>
            <a:r>
              <a:rPr lang="en-US" dirty="0"/>
              <a:t> Arcade </a:t>
            </a:r>
            <a:r>
              <a:rPr lang="en-US" dirty="0" err="1"/>
              <a:t>skillmap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1019BE-200A-D4CF-9186-BCCD1BC322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15074" y="6673186"/>
            <a:ext cx="2771776" cy="382326"/>
          </a:xfrm>
        </p:spPr>
        <p:txBody>
          <a:bodyPr/>
          <a:lstStyle/>
          <a:p>
            <a:r>
              <a:rPr lang="en-US" dirty="0"/>
              <a:t>Date</a:t>
            </a:r>
          </a:p>
        </p:txBody>
      </p:sp>
      <p:pic>
        <p:nvPicPr>
          <p:cNvPr id="10" name="Picture 9" descr="A yellow and black sign&#10;&#10;AI-generated content may be incorrect.">
            <a:extLst>
              <a:ext uri="{FF2B5EF4-FFF2-40B4-BE49-F238E27FC236}">
                <a16:creationId xmlns:a16="http://schemas.microsoft.com/office/drawing/2014/main" id="{158A7DC6-747B-A3E3-1733-482D533C4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9685" y="662139"/>
            <a:ext cx="1600200" cy="714375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411F9B60-FD28-7733-4F79-6BDCCA28B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9693EDD-0F2A-5DAE-000A-B8193EEFEA3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5224EAC-0264-899D-0487-AFF59FD214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F619BA1-C28C-5809-FB52-BA27F5DB9C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71DC0F-4FD1-C9FD-DCD9-231B947662D0}"/>
              </a:ext>
            </a:extLst>
          </p:cNvPr>
          <p:cNvSpPr txBox="1"/>
          <p:nvPr/>
        </p:nvSpPr>
        <p:spPr>
          <a:xfrm>
            <a:off x="2752724" y="5352240"/>
            <a:ext cx="6334124" cy="60019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sz="3600" dirty="0">
                <a:latin typeface="+mj-lt"/>
              </a:rPr>
              <a:t>Falling Duck in Blocks</a:t>
            </a:r>
          </a:p>
        </p:txBody>
      </p:sp>
    </p:spTree>
    <p:extLst>
      <p:ext uri="{BB962C8B-B14F-4D97-AF65-F5344CB8AC3E}">
        <p14:creationId xmlns:p14="http://schemas.microsoft.com/office/powerpoint/2010/main" val="722960477"/>
      </p:ext>
    </p:extLst>
  </p:cSld>
  <p:clrMapOvr>
    <a:masterClrMapping/>
  </p:clrMapOvr>
</p:sld>
</file>

<file path=ppt/theme/theme1.xml><?xml version="1.0" encoding="utf-8"?>
<a:theme xmlns:a="http://schemas.openxmlformats.org/drawingml/2006/main" name="Certificate">
  <a:themeElements>
    <a:clrScheme name="BP_Certificate_2_1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EB54B"/>
      </a:accent1>
      <a:accent2>
        <a:srgbClr val="FBEDD3"/>
      </a:accent2>
      <a:accent3>
        <a:srgbClr val="C9DABF"/>
      </a:accent3>
      <a:accent4>
        <a:srgbClr val="694F8E"/>
      </a:accent4>
      <a:accent5>
        <a:srgbClr val="508B9B"/>
      </a:accent5>
      <a:accent6>
        <a:srgbClr val="EB5902"/>
      </a:accent6>
      <a:hlink>
        <a:srgbClr val="0563C1"/>
      </a:hlink>
      <a:folHlink>
        <a:srgbClr val="954F72"/>
      </a:folHlink>
    </a:clrScheme>
    <a:fontScheme name="Custom 231">
      <a:majorFont>
        <a:latin typeface="Franklin Gothic Demi"/>
        <a:ea typeface=""/>
        <a:cs typeface=""/>
      </a:majorFont>
      <a:minorFont>
        <a:latin typeface="OCRB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P_Certificate_2_11_win32_SD_v2" id="{E9B9F3E9-1299-4BE0-B212-541025EFB589}" vid="{85F16486-AD2C-4A9F-BBD7-F057E5A6F1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30e9df3-be65-4c73-a93b-d1236ebd677e" xsi:nil="true"/>
    <_ip_UnifiedCompliancePolicyUIAction xmlns="http://schemas.microsoft.com/sharepoint/v3" xsi:nil="true"/>
    <_ip_UnifiedCompliancePolicyProperties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4E4560A-0BE4-4115-B8AB-C86B6AE410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4B7354-BAA7-42EF-9AFB-B58624E1F800}">
  <ds:schemaRefs>
    <ds:schemaRef ds:uri="http://purl.org/dc/elements/1.1/"/>
    <ds:schemaRef ds:uri="http://purl.org/dc/dcmitype/"/>
    <ds:schemaRef ds:uri="230e9df3-be65-4c73-a93b-d1236ebd677e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16c05727-aa75-4e4a-9b5f-8a80a1165891"/>
    <ds:schemaRef ds:uri="http://schemas.microsoft.com/office/2006/documentManagement/types"/>
    <ds:schemaRef ds:uri="http://schemas.microsoft.com/office/2006/metadata/properties"/>
    <ds:schemaRef ds:uri="71af3243-3dd4-4a8d-8c0d-dd76da1f02a5"/>
    <ds:schemaRef ds:uri="http://schemas.microsoft.com/sharepoint/v3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9494E66-1906-430C-A080-047BB4EDB5A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Perfect attendance award​ certificate</Template>
  <TotalTime>5</TotalTime>
  <Words>20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Demi</vt:lpstr>
      <vt:lpstr>Freestyle Script</vt:lpstr>
      <vt:lpstr>OCRB</vt:lpstr>
      <vt:lpstr>Certificate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Kulcsar</dc:creator>
  <cp:lastModifiedBy>Alex Kulcsar</cp:lastModifiedBy>
  <cp:revision>2</cp:revision>
  <dcterms:created xsi:type="dcterms:W3CDTF">2025-12-07T03:31:00Z</dcterms:created>
  <dcterms:modified xsi:type="dcterms:W3CDTF">2025-12-07T03:39:18Z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Order">
    <vt:r8>2877300</vt:r8>
  </property>
  <property fmtid="{D5CDD505-2E9C-101B-9397-08002B2CF9AE}" pid="5" name="xd_Signature">
    <vt:bool>false</vt:bool>
  </property>
  <property fmtid="{D5CDD505-2E9C-101B-9397-08002B2CF9AE}" pid="6" name="Image">
    <vt:lpwstr>, </vt:lpwstr>
  </property>
  <property fmtid="{D5CDD505-2E9C-101B-9397-08002B2CF9AE}" pid="7" name="xd_ProgID">
    <vt:lpwstr/>
  </property>
  <property fmtid="{D5CDD505-2E9C-101B-9397-08002B2CF9AE}" pid="8" name="_ExtendedDescription">
    <vt:lpwstr/>
  </property>
  <property fmtid="{D5CDD505-2E9C-101B-9397-08002B2CF9AE}" pid="9" name="Background">
    <vt:bool>false</vt:bool>
  </property>
  <property fmtid="{D5CDD505-2E9C-101B-9397-08002B2CF9AE}" pid="10" name="TriggerFlowInfo">
    <vt:lpwstr/>
  </property>
  <property fmtid="{D5CDD505-2E9C-101B-9397-08002B2CF9AE}" pid="11" name="ComplianceAssetId">
    <vt:lpwstr/>
  </property>
  <property fmtid="{D5CDD505-2E9C-101B-9397-08002B2CF9AE}" pid="12" name="TemplateUrl">
    <vt:lpwstr/>
  </property>
</Properties>
</file>